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Example</c:v>
                </c:pt>
              </c:strCache>
            </c:strRef>
          </c:tx>
          <c:spPr>
            <a:solidFill>
              <a:srgbClr val="16465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D2B36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A</c:v>
                  </c:pt>
                  <c:pt idx="1">
                    <c:v>B</c:v>
                  </c:pt>
                  <c:pt idx="2">
                    <c:v>C</c:v>
                  </c:pt>
                  <c:pt idx="3">
                    <c:v>D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</c:v>
                </c:pt>
                <c:pt idx="1">
                  <c:v>5</c:v>
                </c:pt>
                <c:pt idx="2">
                  <c:v>4</c:v>
                </c:pt>
                <c:pt idx="3">
                  <c:v>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D2B36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C87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3E8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C87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Example slide. Delete it, or reuse its layout: Title and Content.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Example chart slide. Delete it, or reuse its layout: Title Only.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5-1.png"/><Relationship Id="rId2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6-1.png"/><Relationship Id="rId2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7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R Title">
    <p:bg>
      <p:bgPr>
        <a:solidFill>
          <a:srgbClr val="16465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4160520"/>
            <a:ext cx="1097280" cy="73152"/>
          </a:xfrm>
          <a:prstGeom prst="rect">
            <a:avLst/>
          </a:prstGeom>
          <a:solidFill>
            <a:schemeClr val="accent2"/>
          </a:solidFill>
          <a:ln/>
        </p:spPr>
      </p:sp>
      <p:pic>
        <p:nvPicPr>
          <p:cNvPr id="4" name="Image 0" descr="/home/claude/b36/gen/logo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21208"/>
            <a:ext cx="475488" cy="274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15568" y="502920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chemeClr val="bg1"/>
                </a:solidFill>
              </a:rPr>
              <a:t>KESTREL RIDGE</a:t>
            </a:r>
            <a:endParaRPr lang="en-US" sz="1200" dirty="0"/>
          </a:p>
        </p:txBody>
      </p:sp>
      <p:sp>
        <p:nvSpPr>
          <p:cNvPr id="6" name="Text 3"/>
          <p:cNvSpPr/>
          <p:nvPr>
            <p:ph idx="104" type="title" hasCustomPrompt="1"/>
          </p:nvPr>
        </p:nvSpPr>
        <p:spPr>
          <a:xfrm>
            <a:off x="548640" y="2103120"/>
            <a:ext cx="10515600" cy="1920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Presentation title</a:t>
            </a:r>
            <a:endParaRPr lang="en-US" sz="4400" dirty="0"/>
          </a:p>
        </p:txBody>
      </p:sp>
      <p:sp>
        <p:nvSpPr>
          <p:cNvPr id="7" name="Text 3"/>
          <p:cNvSpPr/>
          <p:nvPr>
            <p:ph idx="105" type="body" hasCustomPrompt="1"/>
          </p:nvPr>
        </p:nvSpPr>
        <p:spPr>
          <a:xfrm>
            <a:off x="548640" y="4434840"/>
            <a:ext cx="1051560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Presenter name  |  Date</a:t>
            </a: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R Section">
    <p:bg>
      <p:bgPr>
        <a:solidFill>
          <a:srgbClr val="16465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788920"/>
            <a:ext cx="822960" cy="73152"/>
          </a:xfrm>
          <a:prstGeom prst="rect">
            <a:avLst/>
          </a:prstGeom>
          <a:solidFill>
            <a:schemeClr val="accent2"/>
          </a:solidFill>
          <a:ln/>
        </p:spPr>
      </p:sp>
      <p:pic>
        <p:nvPicPr>
          <p:cNvPr id="3" name="Image 0" descr="/home/claude/b36/gen/logo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345936"/>
            <a:ext cx="475488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15568" y="6327648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chemeClr val="bg1"/>
                </a:solidFill>
              </a:rPr>
              <a:t>KESTREL RIDGE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6766560" y="6327648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Kestrel Ridge Software  |  Internal</a:t>
            </a:r>
            <a:endParaRPr lang="en-US" sz="1000" dirty="0"/>
          </a:p>
        </p:txBody>
      </p:sp>
      <p:sp>
        <p:nvSpPr>
          <p:cNvPr id="6" name="Text 3"/>
          <p:cNvSpPr/>
          <p:nvPr>
            <p:ph idx="104" type="title" hasCustomPrompt="1"/>
          </p:nvPr>
        </p:nvSpPr>
        <p:spPr>
          <a:xfrm>
            <a:off x="548640" y="3017520"/>
            <a:ext cx="1051560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Section title</a:t>
            </a:r>
            <a:endParaRPr lang="en-US" sz="36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R 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298448"/>
            <a:ext cx="822960" cy="54864"/>
          </a:xfrm>
          <a:prstGeom prst="rect">
            <a:avLst/>
          </a:prstGeom>
          <a:solidFill>
            <a:schemeClr val="accent2"/>
          </a:solidFill>
          <a:ln/>
        </p:spPr>
      </p:sp>
      <p:pic>
        <p:nvPicPr>
          <p:cNvPr id="3" name="Image 0" descr="/home/claude/b36/gen/logo_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345936"/>
            <a:ext cx="475488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15568" y="6327648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KESTREL RIDGE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6766560" y="6327648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Kestrel Ridge Software  |  Internal</a:t>
            </a:r>
            <a:endParaRPr lang="en-US" sz="1000" dirty="0"/>
          </a:p>
        </p:txBody>
      </p:sp>
      <p:sp>
        <p:nvSpPr>
          <p:cNvPr id="6" name="Text 3"/>
          <p:cNvSpPr/>
          <p:nvPr>
            <p:ph idx="104" type="title" hasCustomPrompt="1"/>
          </p:nvPr>
        </p:nvSpPr>
        <p:spPr>
          <a:xfrm>
            <a:off x="548640" y="41148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Slide title that states the point</a:t>
            </a:r>
            <a:endParaRPr lang="en-US" sz="3000" dirty="0"/>
          </a:p>
        </p:txBody>
      </p:sp>
      <p:sp>
        <p:nvSpPr>
          <p:cNvPr id="7" name="Text 3"/>
          <p:cNvSpPr/>
          <p:nvPr>
            <p:ph idx="105" type="body" hasCustomPrompt="1"/>
          </p:nvPr>
        </p:nvSpPr>
        <p:spPr>
          <a:xfrm>
            <a:off x="548640" y="1600200"/>
            <a:ext cx="11064240" cy="44805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marL="342900" indent="-342900">
              <a:spcAft>
                <a:spcPts val="800"/>
              </a:spcAft>
              <a:buSzPct val="100000"/>
              <a:buChar char="•"/>
              <a:defRPr lang="en-US" sz="2000" dirty="0">
                <a:solidFill>
                  <a:schemeClr val="tx1"/>
                </a:solidFill>
              </a:defRPr>
            </a:lvl1pPr>
          </a:lstStyle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Supporting point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27648"/>
            <a:ext cx="457200" cy="31089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R 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298448"/>
            <a:ext cx="822960" cy="54864"/>
          </a:xfrm>
          <a:prstGeom prst="rect">
            <a:avLst/>
          </a:prstGeom>
          <a:solidFill>
            <a:schemeClr val="accent2"/>
          </a:solidFill>
          <a:ln/>
        </p:spPr>
      </p:sp>
      <p:pic>
        <p:nvPicPr>
          <p:cNvPr id="3" name="Image 0" descr="/home/claude/b36/gen/logo_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345936"/>
            <a:ext cx="475488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15568" y="6327648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KESTREL RIDGE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6766560" y="6327648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Kestrel Ridge Software  |  Internal</a:t>
            </a:r>
            <a:endParaRPr lang="en-US" sz="1000" dirty="0"/>
          </a:p>
        </p:txBody>
      </p:sp>
      <p:sp>
        <p:nvSpPr>
          <p:cNvPr id="6" name="Text 3"/>
          <p:cNvSpPr/>
          <p:nvPr>
            <p:ph idx="104" type="title" hasCustomPrompt="1"/>
          </p:nvPr>
        </p:nvSpPr>
        <p:spPr>
          <a:xfrm>
            <a:off x="548640" y="41148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Slide title that states the point</a:t>
            </a: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27648"/>
            <a:ext cx="457200" cy="31089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R 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298448"/>
            <a:ext cx="822960" cy="54864"/>
          </a:xfrm>
          <a:prstGeom prst="rect">
            <a:avLst/>
          </a:prstGeom>
          <a:solidFill>
            <a:schemeClr val="accent2"/>
          </a:solidFill>
          <a:ln/>
        </p:spPr>
      </p:sp>
      <p:pic>
        <p:nvPicPr>
          <p:cNvPr id="3" name="Image 0" descr="/home/claude/b36/gen/logo_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345936"/>
            <a:ext cx="475488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15568" y="6327648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KESTREL RIDGE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6766560" y="6327648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Kestrel Ridge Software  |  Internal</a:t>
            </a:r>
            <a:endParaRPr lang="en-US" sz="1000" dirty="0"/>
          </a:p>
        </p:txBody>
      </p:sp>
      <p:sp>
        <p:nvSpPr>
          <p:cNvPr id="6" name="Text 3"/>
          <p:cNvSpPr/>
          <p:nvPr>
            <p:ph idx="104" type="title" hasCustomPrompt="1"/>
          </p:nvPr>
        </p:nvSpPr>
        <p:spPr>
          <a:xfrm>
            <a:off x="548640" y="41148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Slide title that states the point</a:t>
            </a:r>
            <a:endParaRPr lang="en-US" sz="3000" dirty="0"/>
          </a:p>
        </p:txBody>
      </p:sp>
      <p:sp>
        <p:nvSpPr>
          <p:cNvPr id="7" name="Text 3"/>
          <p:cNvSpPr/>
          <p:nvPr>
            <p:ph idx="105" type="body" hasCustomPrompt="1"/>
          </p:nvPr>
        </p:nvSpPr>
        <p:spPr>
          <a:xfrm>
            <a:off x="548640" y="1600200"/>
            <a:ext cx="5349240" cy="44805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marL="342900" indent="-342900">
              <a:buSzPct val="100000"/>
              <a:buChar char="•"/>
              <a:defRPr lang="en-US" sz="2000" dirty="0">
                <a:solidFill>
                  <a:schemeClr val="tx1"/>
                </a:solidFill>
              </a:defRPr>
            </a:lvl1pPr>
          </a:lstStyle>
          <a:p>
            <a:pPr algn="l" marL="342900" indent="-342900"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Left column</a:t>
            </a:r>
            <a:endParaRPr lang="en-US" sz="2000" dirty="0"/>
          </a:p>
        </p:txBody>
      </p:sp>
      <p:sp>
        <p:nvSpPr>
          <p:cNvPr id="8" name="Text 3"/>
          <p:cNvSpPr/>
          <p:nvPr>
            <p:ph idx="106" type="body" hasCustomPrompt="1"/>
          </p:nvPr>
        </p:nvSpPr>
        <p:spPr>
          <a:xfrm>
            <a:off x="6263640" y="1600200"/>
            <a:ext cx="5349240" cy="44805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marL="342900" indent="-342900">
              <a:buSzPct val="100000"/>
              <a:buChar char="•"/>
              <a:defRPr lang="en-US" sz="2000" dirty="0">
                <a:solidFill>
                  <a:schemeClr val="tx1"/>
                </a:solidFill>
              </a:defRPr>
            </a:lvl1pPr>
          </a:lstStyle>
          <a:p>
            <a:pPr algn="l" marL="342900" indent="-342900"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Right column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27648"/>
            <a:ext cx="457200" cy="31089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1006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R Closing">
    <p:bg>
      <p:bgPr>
        <a:solidFill>
          <a:srgbClr val="16465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0"/>
            <a:ext cx="1097280" cy="73152"/>
          </a:xfrm>
          <a:prstGeom prst="rect">
            <a:avLst/>
          </a:prstGeom>
          <a:solidFill>
            <a:schemeClr val="accent2"/>
          </a:solidFill>
          <a:ln/>
        </p:spPr>
      </p:sp>
      <p:pic>
        <p:nvPicPr>
          <p:cNvPr id="3" name="Image 0" descr="/home/claude/b36/gen/logo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345936"/>
            <a:ext cx="475488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15568" y="6327648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chemeClr val="bg1"/>
                </a:solidFill>
              </a:rPr>
              <a:t>KESTREL RIDGE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6766560" y="6327648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Kestrel Ridge Software  |  Internal</a:t>
            </a:r>
            <a:endParaRPr lang="en-US" sz="1000" dirty="0"/>
          </a:p>
        </p:txBody>
      </p:sp>
      <p:sp>
        <p:nvSpPr>
          <p:cNvPr id="6" name="Text 3"/>
          <p:cNvSpPr/>
          <p:nvPr>
            <p:ph idx="104" type="title" hasCustomPrompt="1"/>
          </p:nvPr>
        </p:nvSpPr>
        <p:spPr>
          <a:xfrm>
            <a:off x="548640" y="2194560"/>
            <a:ext cx="10515600" cy="1554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Thank you</a:t>
            </a:r>
            <a:endParaRPr lang="en-US" sz="4000" dirty="0"/>
          </a:p>
        </p:txBody>
      </p:sp>
      <p:sp>
        <p:nvSpPr>
          <p:cNvPr id="7" name="Text 3"/>
          <p:cNvSpPr/>
          <p:nvPr>
            <p:ph idx="105" type="body" hasCustomPrompt="1"/>
          </p:nvPr>
        </p:nvSpPr>
        <p:spPr>
          <a:xfrm>
            <a:off x="548640" y="4114800"/>
            <a:ext cx="1051560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Questions and next steps</a:t>
            </a:r>
            <a:endParaRPr lang="en-US" sz="2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27648"/>
            <a:ext cx="457200" cy="31089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4" type="title" hasCustomPrompt="1"/>
          </p:nvPr>
        </p:nvSpPr>
        <p:spPr>
          <a:xfrm>
            <a:off x="548640" y="2103120"/>
            <a:ext cx="10515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Presentation title</a:t>
            </a:r>
            <a:endParaRPr lang="en-US" sz="4400" dirty="0"/>
          </a:p>
        </p:txBody>
      </p:sp>
      <p:sp>
        <p:nvSpPr>
          <p:cNvPr id="3" name="Text 3"/>
          <p:cNvSpPr/>
          <p:nvPr>
            <p:ph idx="105" type="body" hasCustomPrompt="1"/>
          </p:nvPr>
        </p:nvSpPr>
        <p:spPr>
          <a:xfrm>
            <a:off x="548640" y="443484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Presenter name  |  Team  |  Date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4" type="title" hasCustomPrompt="1"/>
          </p:nvPr>
        </p:nvSpPr>
        <p:spPr>
          <a:xfrm>
            <a:off x="548640" y="41148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Write each title as a sentence that states the point</a:t>
            </a:r>
            <a:endParaRPr lang="en-US" sz="3000" dirty="0"/>
          </a:p>
        </p:txBody>
      </p:sp>
      <p:sp>
        <p:nvSpPr>
          <p:cNvPr id="3" name="Text 3"/>
          <p:cNvSpPr/>
          <p:nvPr>
            <p:ph idx="105" type="body" hasCustomPrompt="1"/>
          </p:nvPr>
        </p:nvSpPr>
        <p:spPr>
          <a:xfrm>
            <a:off x="548640" y="1600200"/>
            <a:ext cx="1106424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Keep each slide to one main point</a:t>
            </a:r>
            <a:endParaRPr lang="en-US" sz="200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Use 30 words or fewer on a slide</a:t>
            </a:r>
            <a:endParaRPr lang="en-US" sz="200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Put the detail in the speaker notes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27648"/>
            <a:ext cx="457200" cy="31089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4" type="title" hasCustomPrompt="1"/>
          </p:nvPr>
        </p:nvSpPr>
        <p:spPr>
          <a:xfrm>
            <a:off x="548640" y="41148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Charts use the brand colors: blue for this year, amber for highlights</a:t>
            </a:r>
            <a:endParaRPr lang="en-US" sz="3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645920"/>
          <a:ext cx="7498080" cy="4389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8412480" y="2011680"/>
            <a:ext cx="3200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Replace this example chart with your own data. Right-click the chart and choose Edit Data.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27648"/>
            <a:ext cx="457200" cy="31089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4" type="title" hasCustomPrompt="1"/>
          </p:nvPr>
        </p:nvSpPr>
        <p:spPr>
          <a:xfrm>
            <a:off x="548640" y="2194560"/>
            <a:ext cx="10515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Thank you</a:t>
            </a:r>
            <a:endParaRPr lang="en-US" sz="4000" dirty="0"/>
          </a:p>
        </p:txBody>
      </p:sp>
      <p:sp>
        <p:nvSpPr>
          <p:cNvPr id="3" name="Text 3"/>
          <p:cNvSpPr/>
          <p:nvPr>
            <p:ph idx="105" type="body" hasCustomPrompt="1"/>
          </p:nvPr>
        </p:nvSpPr>
        <p:spPr>
          <a:xfrm>
            <a:off x="548640" y="411480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Questions and next steps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Kestrel Ridge">
  <a:themeElements>
    <a:clrScheme name="Kestrel Ridge">
      <a:dk1>
        <a:srgbClr val="1D2B36"/>
      </a:dk1>
      <a:lt1>
        <a:srgbClr val="FFFFFF"/>
      </a:lt1>
      <a:dk2>
        <a:srgbClr val="16465B"/>
      </a:dk2>
      <a:lt2>
        <a:srgbClr val="EEF3F5"/>
      </a:lt2>
      <a:accent1>
        <a:srgbClr val="16465B"/>
      </a:accent1>
      <a:accent2>
        <a:srgbClr val="E29A2D"/>
      </a:accent2>
      <a:accent3>
        <a:srgbClr val="3E8E9E"/>
      </a:accent3>
      <a:accent4>
        <a:srgbClr val="8FB8C2"/>
      </a:accent4>
      <a:accent5>
        <a:srgbClr val="C4562F"/>
      </a:accent5>
      <a:accent6>
        <a:srgbClr val="6B7C87"/>
      </a:accent6>
      <a:hlink>
        <a:srgbClr val="3E8E9E"/>
      </a:hlink>
      <a:folHlink>
        <a:srgbClr val="6B7C87"/>
      </a:folHlink>
    </a:clrScheme>
    <a:fontScheme name="Kestrel Ridg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Kestrel Ridge Software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Kestrel Ridge Software presentation template</dc:title>
  <dc:subject>PptxGenJS Presentation</dc:subject>
  <dc:creator>Kestrel Ridge Software (fictional)</dc:creator>
  <cp:lastModifiedBy>Kestrel Ridge Software (fictional)</cp:lastModifiedBy>
  <cp:revision>1</cp:revision>
  <dcterms:created xsi:type="dcterms:W3CDTF">2026-10-20T13:09:01Z</dcterms:created>
  <dcterms:modified xsi:type="dcterms:W3CDTF">2026-10-20T13:09:01Z</dcterms:modified>
</cp:coreProperties>
</file>